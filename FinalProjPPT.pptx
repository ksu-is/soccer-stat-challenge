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05" autoAdjust="0"/>
    <p:restoredTop sz="95586" autoAdjust="0"/>
  </p:normalViewPr>
  <p:slideViewPr>
    <p:cSldViewPr snapToGrid="0">
      <p:cViewPr varScale="1">
        <p:scale>
          <a:sx n="114" d="100"/>
          <a:sy n="114" d="100"/>
        </p:scale>
        <p:origin x="744" y="184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4/29/26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4/29/26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59" r:id="rId4"/>
    <p:sldLayoutId id="2147483668" r:id="rId5"/>
    <p:sldLayoutId id="2147483669" r:id="rId6"/>
    <p:sldLayoutId id="2147483661" r:id="rId7"/>
    <p:sldLayoutId id="2147483666" r:id="rId8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2019633"/>
          </a:xfrm>
        </p:spPr>
        <p:txBody>
          <a:bodyPr anchor="t"/>
          <a:lstStyle/>
          <a:p>
            <a:r>
              <a:rPr lang="en-US" dirty="0"/>
              <a:t>Ball Knowledge</a:t>
            </a:r>
            <a:br>
              <a:rPr lang="en-US" dirty="0"/>
            </a:br>
            <a:r>
              <a:rPr lang="en-US" sz="1200" dirty="0">
                <a:latin typeface="+mn-lt"/>
              </a:rPr>
              <a:t>By Giovanni Zavala</a:t>
            </a:r>
            <a:br>
              <a:rPr lang="en-US" sz="1800" b="0" dirty="0">
                <a:latin typeface="+mn-lt"/>
              </a:rPr>
            </a:br>
            <a:br>
              <a:rPr lang="en-US" sz="1800" b="0" dirty="0">
                <a:latin typeface="+mn-lt"/>
              </a:rPr>
            </a:br>
            <a:r>
              <a:rPr lang="en-US" sz="1800" b="0" dirty="0">
                <a:latin typeface="+mn-lt"/>
              </a:rPr>
              <a:t>This game/quiz is meant to test your knowledge of game stats, tournament stats, individual awards, etc.</a:t>
            </a:r>
            <a:br>
              <a:rPr lang="en-US" sz="1800" b="0" dirty="0">
                <a:latin typeface="+mn-lt"/>
              </a:rPr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EEC85-0DE8-FE45-73AB-66BB6ED10289}"/>
              </a:ext>
            </a:extLst>
          </p:cNvPr>
          <p:cNvSpPr txBox="1"/>
          <p:nvPr/>
        </p:nvSpPr>
        <p:spPr>
          <a:xfrm>
            <a:off x="0" y="2531327"/>
            <a:ext cx="51741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Guess the matchup of certain games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your ball knowledge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Get randomized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Points multiplier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7FD820-6D84-765E-DB74-528133EA9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199" y="2062976"/>
            <a:ext cx="5061802" cy="482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Custom</Template>
  <TotalTime>22</TotalTime>
  <Words>47</Words>
  <Application>Microsoft Macintosh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Tenorite</vt:lpstr>
      <vt:lpstr>Custom</vt:lpstr>
      <vt:lpstr>Ball Knowledge By Giovanni Zavala  This game/quiz is meant to test your knowledge of game stats, tournament stats, individual awards, etc.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Giovanni Zavala</dc:creator>
  <cp:lastModifiedBy>Giovanni Zavala</cp:lastModifiedBy>
  <cp:revision>1</cp:revision>
  <dcterms:created xsi:type="dcterms:W3CDTF">2026-04-30T01:27:53Z</dcterms:created>
  <dcterms:modified xsi:type="dcterms:W3CDTF">2026-04-30T01:50:36Z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